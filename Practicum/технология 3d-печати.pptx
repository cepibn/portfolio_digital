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6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416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09.05.2023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6926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Применение технологии 3</a:t>
            </a:r>
            <a:r>
              <a:rPr lang="en-US" dirty="0" smtClean="0">
                <a:solidFill>
                  <a:schemeClr val="bg1"/>
                </a:solidFill>
              </a:rPr>
              <a:t>D-</a:t>
            </a:r>
            <a:r>
              <a:rPr lang="ru-RU" dirty="0" smtClean="0">
                <a:solidFill>
                  <a:schemeClr val="bg1"/>
                </a:solidFill>
              </a:rPr>
              <a:t>печати в аэрокосмической промышленности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751312" y="5609456"/>
            <a:ext cx="5392688" cy="1248544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Богачев Ярослав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Суть аддитивного производства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Содержимое 6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6371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Аддитивное производство подразумевает постройку объектов за счет добавления необходимого материала, а не удаления лишнего, как в случае с </a:t>
            </a:r>
            <a:r>
              <a:rPr lang="ru-RU" dirty="0" err="1" smtClean="0">
                <a:solidFill>
                  <a:schemeClr val="bg1"/>
                </a:solidFill>
              </a:rPr>
              <a:t>субтрактивными</a:t>
            </a:r>
            <a:r>
              <a:rPr lang="ru-RU" dirty="0" smtClean="0">
                <a:solidFill>
                  <a:schemeClr val="bg1"/>
                </a:solidFill>
              </a:rPr>
              <a:t> методами</a:t>
            </a:r>
          </a:p>
          <a:p>
            <a:endParaRPr lang="ru-RU" dirty="0"/>
          </a:p>
        </p:txBody>
      </p:sp>
      <p:pic>
        <p:nvPicPr>
          <p:cNvPr id="1026" name="Picture 2" descr="https://rosstandart.info/wp-content/uploads/UV3Dprinter-mi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1700808"/>
            <a:ext cx="3281682" cy="2186024"/>
          </a:xfrm>
          <a:prstGeom prst="rect">
            <a:avLst/>
          </a:prstGeom>
          <a:noFill/>
        </p:spPr>
      </p:pic>
      <p:pic>
        <p:nvPicPr>
          <p:cNvPr id="1028" name="Picture 4" descr="https://www.kznamya.ru/media/service_img/mehanicheskoe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80112" y="4005064"/>
            <a:ext cx="3341172" cy="208823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Какие принципы лежат в основе работы 3D-притнера?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5362" name="Picture 2" descr="https://forum.novosti-kosmonavtiki.ru/forum/file/6953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628800"/>
            <a:ext cx="7413898" cy="496940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Технологии </a:t>
            </a:r>
            <a:r>
              <a:rPr lang="en-US" dirty="0" smtClean="0">
                <a:solidFill>
                  <a:schemeClr val="bg1"/>
                </a:solidFill>
              </a:rPr>
              <a:t>3D-</a:t>
            </a:r>
            <a:r>
              <a:rPr lang="ru-RU" dirty="0" smtClean="0">
                <a:solidFill>
                  <a:schemeClr val="bg1"/>
                </a:solidFill>
              </a:rPr>
              <a:t>печати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475656" y="44348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1628056" y="45872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780456" y="47396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932856" y="48920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085256" y="50444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2237656" y="51968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390056" y="53492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542456" y="55016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694856" y="56540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2847256" y="5806480"/>
            <a:ext cx="1847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6390" name="Picture 6" descr="https://i.pinimg.com/originals/78/16/5d/78165d7e621935e1df384257db43787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844824"/>
            <a:ext cx="8178014" cy="43924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3D-печати в аэрокосмической и оборонной промышленности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Компании </a:t>
            </a:r>
            <a:r>
              <a:rPr lang="ru-RU" dirty="0" err="1" smtClean="0">
                <a:solidFill>
                  <a:schemeClr val="bg1"/>
                </a:solidFill>
              </a:rPr>
              <a:t>GeneralElectric</a:t>
            </a:r>
            <a:r>
              <a:rPr lang="ru-RU" dirty="0" smtClean="0">
                <a:solidFill>
                  <a:schemeClr val="bg1"/>
                </a:solidFill>
              </a:rPr>
              <a:t>,</a:t>
            </a:r>
          </a:p>
          <a:p>
            <a:pPr>
              <a:buNone/>
            </a:pPr>
            <a:r>
              <a:rPr lang="ru-RU" dirty="0" err="1" smtClean="0">
                <a:solidFill>
                  <a:schemeClr val="bg1"/>
                </a:solidFill>
              </a:rPr>
              <a:t>Airbus</a:t>
            </a:r>
            <a:r>
              <a:rPr lang="ru-RU" dirty="0" smtClean="0">
                <a:solidFill>
                  <a:schemeClr val="bg1"/>
                </a:solidFill>
              </a:rPr>
              <a:t>, </a:t>
            </a:r>
            <a:r>
              <a:rPr lang="ru-RU" dirty="0" err="1" smtClean="0">
                <a:solidFill>
                  <a:schemeClr val="bg1"/>
                </a:solidFill>
              </a:rPr>
              <a:t>Boeing</a:t>
            </a:r>
            <a:r>
              <a:rPr lang="ru-RU" dirty="0" smtClean="0">
                <a:solidFill>
                  <a:schemeClr val="bg1"/>
                </a:solidFill>
              </a:rPr>
              <a:t>, </a:t>
            </a:r>
            <a:r>
              <a:rPr lang="ru-RU" dirty="0" err="1" smtClean="0">
                <a:solidFill>
                  <a:schemeClr val="bg1"/>
                </a:solidFill>
              </a:rPr>
              <a:t>Safran</a:t>
            </a:r>
            <a:endParaRPr lang="ru-RU" dirty="0" smtClean="0">
              <a:solidFill>
                <a:schemeClr val="bg1"/>
              </a:solidFill>
            </a:endParaRPr>
          </a:p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GKN открыто заявляют о</a:t>
            </a:r>
          </a:p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выгоде использования </a:t>
            </a:r>
          </a:p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аддитивных технологий при </a:t>
            </a:r>
          </a:p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производстве:</a:t>
            </a:r>
          </a:p>
          <a:p>
            <a:pPr lvl="0"/>
            <a:endParaRPr lang="ru-RU" dirty="0" smtClean="0">
              <a:solidFill>
                <a:schemeClr val="bg1"/>
              </a:solidFill>
            </a:endParaRPr>
          </a:p>
          <a:p>
            <a:pPr lvl="0"/>
            <a:r>
              <a:rPr lang="ru-RU" dirty="0" smtClean="0">
                <a:solidFill>
                  <a:schemeClr val="bg1"/>
                </a:solidFill>
              </a:rPr>
              <a:t>функциональных прототипов;</a:t>
            </a:r>
          </a:p>
          <a:p>
            <a:pPr lvl="0"/>
            <a:r>
              <a:rPr lang="ru-RU" dirty="0" smtClean="0">
                <a:solidFill>
                  <a:schemeClr val="bg1"/>
                </a:solidFill>
              </a:rPr>
              <a:t>инструментов и оснастки;</a:t>
            </a:r>
          </a:p>
          <a:p>
            <a:pPr lvl="0"/>
            <a:r>
              <a:rPr lang="ru-RU" dirty="0" smtClean="0">
                <a:solidFill>
                  <a:schemeClr val="bg1"/>
                </a:solidFill>
              </a:rPr>
              <a:t>легких компонентов.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Преимущества 3D-печати для аэрокосмической и оборонной промышленности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772816"/>
            <a:ext cx="8229600" cy="4525963"/>
          </a:xfrm>
        </p:spPr>
        <p:txBody>
          <a:bodyPr/>
          <a:lstStyle/>
          <a:p>
            <a:r>
              <a:rPr lang="ru-RU" sz="2800" dirty="0" err="1" smtClean="0">
                <a:solidFill>
                  <a:schemeClr val="bg1"/>
                </a:solidFill>
              </a:rPr>
              <a:t>Малосерийное</a:t>
            </a:r>
            <a:r>
              <a:rPr lang="ru-RU" sz="2800" dirty="0" smtClean="0">
                <a:solidFill>
                  <a:schemeClr val="bg1"/>
                </a:solidFill>
              </a:rPr>
              <a:t> производство</a:t>
            </a:r>
          </a:p>
          <a:p>
            <a:r>
              <a:rPr lang="ru-RU" sz="2800" dirty="0" smtClean="0">
                <a:solidFill>
                  <a:schemeClr val="bg1"/>
                </a:solidFill>
              </a:rPr>
              <a:t>Снижение веса</a:t>
            </a:r>
          </a:p>
          <a:p>
            <a:r>
              <a:rPr lang="ru-RU" sz="2800" dirty="0" smtClean="0">
                <a:solidFill>
                  <a:schemeClr val="bg1"/>
                </a:solidFill>
              </a:rPr>
              <a:t>Эффективность материалов</a:t>
            </a:r>
          </a:p>
          <a:p>
            <a:r>
              <a:rPr lang="ru-RU" sz="2800" dirty="0" smtClean="0">
                <a:solidFill>
                  <a:schemeClr val="bg1"/>
                </a:solidFill>
              </a:rPr>
              <a:t>Консолидация деталей</a:t>
            </a:r>
          </a:p>
          <a:p>
            <a:r>
              <a:rPr lang="ru-RU" sz="2800" dirty="0" smtClean="0">
                <a:solidFill>
                  <a:schemeClr val="bg1"/>
                </a:solidFill>
              </a:rPr>
              <a:t>Техническое обслуживание и ремонт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Материалы и методики для производства изделий на 3D-принтерах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None/>
            </a:pPr>
            <a:r>
              <a:rPr lang="ru-RU" sz="2400" b="1" u="sng" dirty="0" smtClean="0">
                <a:solidFill>
                  <a:schemeClr val="bg1"/>
                </a:solidFill>
              </a:rPr>
              <a:t>Рассмотрим 5 основных методик:</a:t>
            </a:r>
            <a:endParaRPr lang="ru-RU" sz="2400" b="1" dirty="0" smtClean="0">
              <a:solidFill>
                <a:schemeClr val="bg1"/>
              </a:solidFill>
            </a:endParaRPr>
          </a:p>
          <a:p>
            <a:pPr lvl="0" fontAlgn="base"/>
            <a:r>
              <a:rPr lang="ru-RU" sz="2400" dirty="0" smtClean="0">
                <a:solidFill>
                  <a:schemeClr val="bg1"/>
                </a:solidFill>
              </a:rPr>
              <a:t>Моделирование методом послойного наплавления. </a:t>
            </a:r>
          </a:p>
          <a:p>
            <a:pPr lvl="0" fontAlgn="base"/>
            <a:r>
              <a:rPr lang="ru-RU" sz="2400" dirty="0" smtClean="0">
                <a:solidFill>
                  <a:schemeClr val="bg1"/>
                </a:solidFill>
              </a:rPr>
              <a:t>Моделирование форм методом электронно-лучевой плавки</a:t>
            </a:r>
          </a:p>
          <a:p>
            <a:pPr lvl="0" fontAlgn="base"/>
            <a:r>
              <a:rPr lang="ru-RU" sz="2400" dirty="0" smtClean="0">
                <a:solidFill>
                  <a:schemeClr val="bg1"/>
                </a:solidFill>
              </a:rPr>
              <a:t>Прямое лазерное спекание металлов. </a:t>
            </a:r>
          </a:p>
          <a:p>
            <a:pPr lvl="0" fontAlgn="base"/>
            <a:r>
              <a:rPr lang="ru-RU" sz="2400" dirty="0" smtClean="0">
                <a:solidFill>
                  <a:schemeClr val="bg1"/>
                </a:solidFill>
              </a:rPr>
              <a:t>Выборочная лазерная плавка.</a:t>
            </a:r>
          </a:p>
          <a:p>
            <a:pPr lvl="0" fontAlgn="base"/>
            <a:r>
              <a:rPr lang="ru-RU" sz="2400" dirty="0" smtClean="0">
                <a:solidFill>
                  <a:schemeClr val="bg1"/>
                </a:solidFill>
              </a:rPr>
              <a:t>Выборочное лазерное спекание. 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 descr="https://avatars.mds.yandex.net/get-images-cbir/9388641/jT3Fe4_4srUzjJu-hYUh2Q1201/oc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085184"/>
            <a:ext cx="5652120" cy="1143000"/>
          </a:xfrm>
        </p:spPr>
        <p:txBody>
          <a:bodyPr>
            <a:noAutofit/>
          </a:bodyPr>
          <a:lstStyle/>
          <a:p>
            <a:pPr algn="l"/>
            <a:r>
              <a:rPr lang="ru-RU" sz="3600" dirty="0" smtClean="0">
                <a:solidFill>
                  <a:schemeClr val="accent5"/>
                </a:solidFill>
              </a:rPr>
              <a:t>Перспективы и инновационные разработки на 3D-принтерах</a:t>
            </a:r>
            <a:endParaRPr lang="ru-RU" sz="3600" dirty="0">
              <a:solidFill>
                <a:schemeClr val="accent5"/>
              </a:solidFill>
            </a:endParaRPr>
          </a:p>
        </p:txBody>
      </p:sp>
      <p:sp>
        <p:nvSpPr>
          <p:cNvPr id="1026" name="AutoShape 2" descr="аддитивного производства в промышленно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28" name="AutoShape 4" descr="аддитивного производства в промышленно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30" name="AutoShape 6" descr="аддитивного производства в промышленно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32" name="AutoShape 8" descr="аддитивного производства в промышленно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34" name="AutoShape 10" descr="аддитивного производства в промышленно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36" name="AutoShape 12" descr="аддитивного производства в промышленной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Autofit/>
          </a:bodyPr>
          <a:lstStyle/>
          <a:p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196752"/>
            <a:ext cx="4186808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В 2015 году </a:t>
            </a:r>
            <a:r>
              <a:rPr lang="ru-RU" b="1" dirty="0" err="1" smtClean="0">
                <a:solidFill>
                  <a:schemeClr val="bg1"/>
                </a:solidFill>
              </a:rPr>
              <a:t>General</a:t>
            </a:r>
            <a:r>
              <a:rPr lang="ru-RU" b="1" dirty="0" smtClean="0">
                <a:solidFill>
                  <a:schemeClr val="bg1"/>
                </a:solidFill>
              </a:rPr>
              <a:t> </a:t>
            </a:r>
            <a:r>
              <a:rPr lang="ru-RU" b="1" dirty="0" err="1" smtClean="0">
                <a:solidFill>
                  <a:schemeClr val="bg1"/>
                </a:solidFill>
              </a:rPr>
              <a:t>Electric</a:t>
            </a:r>
            <a:r>
              <a:rPr lang="ru-RU" dirty="0" smtClean="0">
                <a:solidFill>
                  <a:schemeClr val="bg1"/>
                </a:solidFill>
              </a:rPr>
              <a:t> успешно запустило производство сопел для ракетных двигателей семейства LEAP, используемых на авиалайнерах </a:t>
            </a:r>
            <a:r>
              <a:rPr lang="ru-RU" dirty="0" err="1" smtClean="0">
                <a:solidFill>
                  <a:schemeClr val="bg1"/>
                </a:solidFill>
              </a:rPr>
              <a:t>Airbus</a:t>
            </a:r>
            <a:r>
              <a:rPr lang="ru-RU" dirty="0" smtClean="0">
                <a:solidFill>
                  <a:schemeClr val="bg1"/>
                </a:solidFill>
              </a:rPr>
              <a:t> и </a:t>
            </a:r>
            <a:r>
              <a:rPr lang="ru-RU" dirty="0" err="1" smtClean="0">
                <a:solidFill>
                  <a:schemeClr val="bg1"/>
                </a:solidFill>
              </a:rPr>
              <a:t>Boeing</a:t>
            </a:r>
            <a:r>
              <a:rPr lang="ru-RU" dirty="0" smtClean="0">
                <a:solidFill>
                  <a:schemeClr val="bg1"/>
                </a:solidFill>
              </a:rPr>
              <a:t>. 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8434" name="Picture 2" descr="3D-принтеры изготовили сто тысяч форсунок для авиадвигателей General Electr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340768"/>
            <a:ext cx="4014341" cy="1988714"/>
          </a:xfrm>
          <a:prstGeom prst="rect">
            <a:avLst/>
          </a:prstGeom>
          <a:noFill/>
        </p:spPr>
      </p:pic>
      <p:pic>
        <p:nvPicPr>
          <p:cNvPr id="18436" name="Picture 4" descr="3D-принтеры изготовили сто тысяч форсунок для авиадвигателей General Electric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47944" y="4221088"/>
            <a:ext cx="3971483" cy="2232248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932040" y="3429000"/>
            <a:ext cx="4211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Форсунка для турбовентиляторных двигателей </a:t>
            </a:r>
            <a:r>
              <a:rPr lang="ru-RU" dirty="0" err="1" smtClean="0">
                <a:solidFill>
                  <a:schemeClr val="bg1">
                    <a:lumMod val="95000"/>
                  </a:schemeClr>
                </a:solidFill>
              </a:rPr>
              <a:t>General</a:t>
            </a:r>
            <a:r>
              <a:rPr lang="ru-RU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dirty="0" err="1" smtClean="0">
                <a:solidFill>
                  <a:schemeClr val="bg1">
                    <a:lumMod val="95000"/>
                  </a:schemeClr>
                </a:solidFill>
              </a:rPr>
              <a:t>Electric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>
                <a:solidFill>
                  <a:schemeClr val="bg1"/>
                </a:solidFill>
              </a:rPr>
              <a:t>Аналогично</a:t>
            </a:r>
            <a:r>
              <a:rPr lang="ru-RU" dirty="0" smtClean="0">
                <a:solidFill>
                  <a:schemeClr val="bg1"/>
                </a:solidFill>
              </a:rPr>
              <a:t> 3</a:t>
            </a:r>
            <a:r>
              <a:rPr lang="en-US" dirty="0" smtClean="0">
                <a:solidFill>
                  <a:schemeClr val="bg1"/>
                </a:solidFill>
              </a:rPr>
              <a:t>D-</a:t>
            </a:r>
            <a:r>
              <a:rPr lang="ru-RU" dirty="0" smtClean="0">
                <a:solidFill>
                  <a:schemeClr val="bg1"/>
                </a:solidFill>
              </a:rPr>
              <a:t>печать в производстве используют </a:t>
            </a:r>
            <a:r>
              <a:rPr lang="en-US" dirty="0" err="1" smtClean="0">
                <a:solidFill>
                  <a:schemeClr val="bg1"/>
                </a:solidFill>
              </a:rPr>
              <a:t>AirBus</a:t>
            </a:r>
            <a:r>
              <a:rPr lang="ru-RU" dirty="0" smtClean="0">
                <a:solidFill>
                  <a:schemeClr val="bg1"/>
                </a:solidFill>
              </a:rPr>
              <a:t> и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Nasa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r>
              <a:rPr lang="en-US" dirty="0" err="1" smtClean="0">
                <a:solidFill>
                  <a:schemeClr val="bg1"/>
                </a:solidFill>
              </a:rPr>
              <a:t>Nasa</a:t>
            </a:r>
            <a:r>
              <a:rPr lang="ru-RU" dirty="0" smtClean="0">
                <a:solidFill>
                  <a:schemeClr val="bg1"/>
                </a:solidFill>
              </a:rPr>
              <a:t> также рассматривает перспективы автономной печати ремонтных частей и деталей прямо </a:t>
            </a:r>
            <a:r>
              <a:rPr lang="ru-RU" dirty="0" smtClean="0">
                <a:solidFill>
                  <a:schemeClr val="bg1"/>
                </a:solidFill>
              </a:rPr>
              <a:t>на космических кораблях. </a:t>
            </a:r>
            <a:r>
              <a:rPr lang="ru-RU" dirty="0" smtClean="0">
                <a:solidFill>
                  <a:schemeClr val="bg1"/>
                </a:solidFill>
              </a:rPr>
              <a:t>В будущем </a:t>
            </a:r>
            <a:r>
              <a:rPr lang="ru-RU" dirty="0" smtClean="0">
                <a:solidFill>
                  <a:schemeClr val="bg1"/>
                </a:solidFill>
              </a:rPr>
              <a:t>это может </a:t>
            </a:r>
            <a:r>
              <a:rPr lang="ru-RU" dirty="0" smtClean="0">
                <a:solidFill>
                  <a:schemeClr val="bg1"/>
                </a:solidFill>
              </a:rPr>
              <a:t>сэкономить миллиарды вместо затратных транспортировок грузовых </a:t>
            </a:r>
            <a:r>
              <a:rPr lang="ru-RU" dirty="0" err="1" smtClean="0">
                <a:solidFill>
                  <a:schemeClr val="bg1"/>
                </a:solidFill>
              </a:rPr>
              <a:t>шатлов</a:t>
            </a:r>
            <a:r>
              <a:rPr lang="ru-RU" dirty="0" smtClean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36912"/>
            <a:ext cx="8229600" cy="1143000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Спасибо за внимание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128</Words>
  <Application>Microsoft Office PowerPoint</Application>
  <PresentationFormat>Экран (4:3)</PresentationFormat>
  <Paragraphs>36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Применение технологии 3D-печати в аэрокосмической промышленности</vt:lpstr>
      <vt:lpstr>Суть аддитивного производства</vt:lpstr>
      <vt:lpstr>Какие принципы лежат в основе работы 3D-притнера?</vt:lpstr>
      <vt:lpstr>Технологии 3D-печати</vt:lpstr>
      <vt:lpstr>3D-печати в аэрокосмической и оборонной промышленности</vt:lpstr>
      <vt:lpstr>Преимущества 3D-печати для аэрокосмической и оборонной промышленности </vt:lpstr>
      <vt:lpstr>Материалы и методики для производства изделий на 3D-принтерах</vt:lpstr>
      <vt:lpstr>Перспективы и инновационные разработки на 3D-принтерах</vt:lpstr>
      <vt:lpstr>Слайд 9</vt:lpstr>
      <vt:lpstr>Слайд 10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Применение технологии 3D-печати в аэрокосмической промышленности</dc:title>
  <dc:creator>Ярослав</dc:creator>
  <cp:lastModifiedBy>Ярослав</cp:lastModifiedBy>
  <cp:revision>2</cp:revision>
  <dcterms:created xsi:type="dcterms:W3CDTF">2023-05-09T10:57:16Z</dcterms:created>
  <dcterms:modified xsi:type="dcterms:W3CDTF">2023-05-09T17:04:36Z</dcterms:modified>
</cp:coreProperties>
</file>